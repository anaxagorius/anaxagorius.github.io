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ICOM 2703 – Professional Practice for IT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Thomas Burchell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8BDF8"/>
                </a:solidFill>
              </a:rPr>
              <a:t>IT &amp; Systems Professional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</a:rPr>
              <a:t>Transitioning CAF Veteran  •  NSCC IT Programming Student  •  Halifax / Remote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</a:rPr>
              <a:t>anaxagorius.github.io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Final Portfolio Presentation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01 · Who I Am –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02 · Portfolio Structure &amp;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03 · Projects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0060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04 · Technical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25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05 · Evidence of Learning &amp;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06 · Reflection &amp; Career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1188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07 · Interview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800600"/>
            <a:ext cx="53035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892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08 · Live Portfolio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Who I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Transitioning Canadian Armed Forces veteran with 24 years of mission-critical communications and security experience — now completing an IT Programming diploma at NSCC (COGS) and building a second career in civilian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304288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Middleton, Nova Scotia (open to Halifax / Remote roles)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81528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4553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145536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IT Programming Diploma – NSCC COGS (Sep 2024 – Present)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22776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8678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Military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86784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CAF Signals Operator / Crypto Custodian / Course Director (2000–2024)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64024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280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28032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Systems integration, backend development, security, 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05272"/>
            <a:ext cx="1124712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669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</a:rPr>
              <a:t>May 4, 2026 – summer / full-time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Portfolio Structure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</a:rPr>
              <a:t>🌐  anaxagorius.github.io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Hero intro, value proposition, featured project highlight, quick contact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64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Background narrative, working style, interests, career goals, reflections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27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Full professional experience, education, key skills, accomplishments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013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Filterable project grid — 5 projects across backend, web, data, 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64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Direct email, phone, and mailto-based quick-message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Built with HTML • CSS (custom design system) • JavaScript  |  Dark/light theme toggle  |  Fully responsive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Projects Showcase –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S.I.R.E.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Backend /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Node.js • Express • Socket.IO • Docker • CI/CD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Esoteric Wisdom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Web /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Rust • Axum • JWT • Argon2 • Tailwind • Render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Bluenose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Web /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JS • HTML/CSS • Chart.js • Local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79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319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GeoPolSim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Simulation /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0059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Python • matplotlib • JSON scenarios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840479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319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SARCAN United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Web /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0059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JS • Node.js • SQL • Responsive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Deep Dive — S.I.R.E.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</a:rPr>
              <a:t>Simulated Incident Response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160020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00200"/>
            <a:ext cx="36576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🎯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Emergency response teams need realistic, repeatable training scenarios that can be run remotely — but existing tools are too costly or static for instructor-driven live escalation.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💡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Complete backend for a real-time, instructor-led incident response simulator.
• Low-latency event streaming via Socket.IO
• 8 escalating modular scenarios
• Secure REST API
• Multi-layer security (rate limiting, helmet, input validation)
• CI/CD pipeline + multi-cloud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🛠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Node.js (ESM)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6609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1729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Socket.IO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6850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OpenAPI /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GitHub Actions 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221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Railway / Render / Heroku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7332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Security: helmet, rate-limit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github.com/Anaxagorius/S.I.R.E.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Deep Dive — Esoteric Wisdom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</a:rPr>
              <a:t>Full-stack Rust Web Platform — Live on 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160020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00200"/>
            <a:ext cx="36576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🎯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Learning Rust from scratch while building a fully-featured, secure, and deployed web application — one of the steepest learning curves in modern systems programming.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💡 What Was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Spiritually-themed web experience with:
• Astrology, meditation, tarot &amp; journal routes
• In-memory auth: Argon2 password hashing
• JWT cookie sessions
• Askama template engine
• Custom Tailwind CSS UI
• Deployed live on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🛠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488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Axum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Argon2 (password hashing)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79476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JWT (auth tokens)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3434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Askama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920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40679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Render (cloud hosting)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github.com/Anaxagorius/esoteric-wisdom  |  esoteric-wisdom.onrender.com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Additional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Bluenose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Personal Finance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Tech: HTML / CSS / JavaScript / Chart.js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Budget web app tailored to military-to-civilian transitions. Log income &amp; expenses, visualize spending trends, set savings targets, export monthly summaries. Privacy-first — data stays local.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39"/>
            <a:ext cx="112471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GeoPolSim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Geopolitical Simulation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54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Tech: Python / matplotlib / JSON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7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Turn-based simulation modelling nation-state interactions: economy, military strength, diplomatic relations, resource scarcity. Outputs event logs and trend charts showing how policy decisions cascade.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112471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SARCAN United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Depot &amp; Volunteer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937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Tech: JavaScript / Node.js / SQL / HTML/CSS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875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Web-based management system for community recycling depots: shift scheduling, container-count logging, volunteer profiles, report generation, and admin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JavaScript (Node.js / ESM)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9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HTML /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C# (intro)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Axum (Rust)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59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Socket.IO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980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Chart.js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363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Tailwind 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Tools &amp;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21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GitHub Actions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59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OpenAPI / 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7980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1363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VS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947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Cloud /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Railway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974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Heroku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12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GitHub Pages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7947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Argon2 hashing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JWT sessions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974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Rate limiting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312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Helmet.js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650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COMSEC (military)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794760"/>
            <a:ext cx="36576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3886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Core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297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Systems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6360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Network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974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Vulnerability assessment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312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Documentation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650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• Training design &amp;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Evidence of Learning &amp;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1. Draft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</a:rPr>
              <a:t>Sep–Oct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Basic HTML/CSS page with resume content and placeholder projects. Limited structure, no responsive design, no project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39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2. Mid-Semester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97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</a:rPr>
              <a:t>Nov–Dec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Added About and Projects pages. Implemented responsive layout. First project (Bluenose Budget) documented with descriptions and GitHub links.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3. Technical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023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</a:rPr>
              <a:t>Jan–Feb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Built S.I.R.E. backend — first production-grade Node.js project with security layers, CI/CD, Docker. Learned Socket.IO and real-time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4. Final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349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</a:rPr>
              <a:t>Mar–Apr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Custom dark-theme design system. 5 documented projects. Full reflection section. Rust (Esoteric Wisdom) shipped live. Professional meta tags, favicon, OG preview.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Reflection &amp; Career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</a:rPr>
              <a:t>24 years of military communications laid the foundation — structured thinking, security discipline, and operational resilience. The challenge was translating that into civilian IT skills.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Challenges Overcome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Learning Rust from scratch while shipping a live deployment (Esoteric Wisdom). Building production-grade backend architecture independently (S.I.R.E.). Rebuilding professional identity after a 24-year military career.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5740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Skills Gained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Backend development (Node.js, Rust/Axum), real-time systems (Socket.IO), security practices (Argon2, JWT, rate limiting), CI/CD pipelines (GitHub Actions), cloud deployment (Render, Railway, Docker).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519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Short-Term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09159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Summer role in IT support, managed services, or junior development (available May 2026). Microsoft 365 certification. Deepen Python automation and cloud deployment skills.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6052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519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Long-Term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59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Specialize in full-stack backend or DevSecOps — bridging COMSEC military background with modern practices. Contribute to public-sector or defence-adjacent technology projects.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Interview Experience &amp;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Preparation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Researched roles in IT support, managed services, and junior development in Halifax/remote market
• Reviewed common technical interview questions for IT support and Node.js/Python roles
• Practiced translating military experience into civilian language
• Used portfolio as a demonstration tool — live project walkthroughs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Interviewers responded positively to concrete problem-solution framing
• Military background valued for reliability, security mindset, and documentation habits
• Live GitHub portfolio provided immediate, verifiable evidence of skills
• 'Tell me about a challenge' questions answered with real project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What I Would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Deeper preparation on system design questions
• More practice explaining technical architecture to non-technical audiences
• Building out more SQL/database project evidence
• Completing Microsoft 365 certification before next interview 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8862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Portfolio's Role in Career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348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Serves as a living document updated with each new project
• Provides a professional URL to share in applications and LinkedIn
• Projects demonstrate real problem-solving beyond coursework
• Supports narrative: 'I build things that work and can be deployed'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Live Portfolio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8BDF8"/>
                </a:solidFill>
              </a:rPr>
              <a:t>🌐  anaxagorius.github.io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6712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1. 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671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Value proposition, hero section, quick facts panel, featured S.I.R.E.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62072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2. About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Career narrative, working style, reflections section, community involvement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21024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3. Resume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6850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Full professional timeline, key skills tags, accomplishments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79975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43983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4. Projects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443983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Filterable project grid — click S.I.R.E. and Esoteric Wisdom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38927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5. Live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202936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esoteric-wisdom.onrender.com — deployed Rust/Axum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97879"/>
            <a:ext cx="11247120" cy="667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6188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6. Contact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96188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Professional contact form and direct contact details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803136"/>
            <a:ext cx="12115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This portfolio represents the intersection of 24 years of operational experience
and a deliberate investment in modern IT skills.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24688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</a:rPr>
              <a:t>anaxagorius.github.io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606040"/>
            <a:ext cx="24688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906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</a:rPr>
              <a:t>github.com/Anaxagorius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06040"/>
            <a:ext cx="24688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906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</a:rPr>
              <a:t>linkedin.com/in/t-b-2252a82ab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606040"/>
            <a:ext cx="246888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906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</a:rPr>
              <a:t>tbburchell@gmail.com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takeaways: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1F5F9"/>
                </a:solidFill>
              </a:rPr>
              <a:t>✓ Professional, structured portfolio covering all required sections
✓ 5 projects demonstrating increasing complexity and a range of technologies
✓ Clear evidence of learning progression from draft to final
✓ Meaningful reflection on career goals and interview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